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0"/>
            <a:ext cx="4828032" cy="6858000"/>
          </a:xfrm>
          <a:prstGeom prst="rect">
            <a:avLst/>
          </a:prstGeom>
          <a:solidFill>
            <a:srgbClr val="141B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658368" cy="704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75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325880" y="777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 –  JUNIOR WEB DEVELOPER INTERNSHIP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Property Tax Payment Portal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Development for E-Governance &amp; Digital Services – An Internship Presentation Report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July 2026 – 26 August 2026 (4 Weeks)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960120"/>
            <a:ext cx="4005072" cy="1600200"/>
          </a:xfrm>
          <a:prstGeom prst="roundRect">
            <a:avLst>
              <a:gd name="adj" fmla="val 4571"/>
            </a:avLst>
          </a:prstGeom>
          <a:solidFill>
            <a:srgbClr val="232F63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Bhowmik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01000" y="1691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/ Roll No.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01000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2410031539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012680" y="1691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012680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772400" y="5532120"/>
            <a:ext cx="4005072" cy="960120"/>
          </a:xfrm>
          <a:prstGeom prst="roundRect">
            <a:avLst>
              <a:gd name="adj" fmla="val 7619"/>
            </a:avLst>
          </a:prstGeom>
          <a:solidFill>
            <a:srgbClr val="3A5AA8"/>
          </a:solidFill>
          <a:ln/>
        </p:spPr>
      </p:sp>
      <p:sp>
        <p:nvSpPr>
          <p:cNvPr id="19" name="Text 16"/>
          <p:cNvSpPr/>
          <p:nvPr/>
        </p:nvSpPr>
        <p:spPr>
          <a:xfrm>
            <a:off x="8001000" y="5650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01000" y="5897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010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NSDC Skill Initiative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580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5603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Bhowmik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218688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2410031539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3877056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4535424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2026-27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400" y="519379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72084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185806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7830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766560" y="2560320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– Junior Web Developer Internship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766560" y="3218688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Domain: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&amp; Digital Services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766560" y="3877056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(29 Jul – 26 Aug 2026)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766560" y="4535424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No.: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YI/2026/152718/359443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766560" y="5193792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 </a:t>
            </a:r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Profile: YuvaIntern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 is a virtual internship and skill-certification platform that provides students with hands-on, project-based internship experience across web development, data science, digital marketing, and e-governance technologies.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4890" y="29864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NSDC Partnership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partnership with the National Skill Development Corporation (NSDC), aligning with national skill-development initiatives.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4231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370" y="29864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Harvin Group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under the Henry Harvin group of companies, with offices in the United States, India, and the UAE.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42316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78340" y="2788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850" y="29864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8404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Domains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4964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Development, Data Science, Digital Marketing, and E-Governance Technologies.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Industry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830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Challenge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property tax collection in many Indian towns and cities continues to rely on manual, in-person, or paper-based processes for assessment, billing, and payment – creating long queues, delayed record-keeping, limited transparency, and higher administrative overheads for local bodies.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7830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Scope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766560" y="237744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addresses the design and prototyping of a secure, accessible, citizen-facing Online Property Tax Payment Portal – covering requirements analysis, responsive UI prototyping, backend &amp; database design, and a performance, accessibility, and security audit.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well-designed digital portal turns a multi-day municipal visit into a two-minute online payment.”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57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Planning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citizen and administrator requirements for an online property tax payment service.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47288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61688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26" y="201533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75888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UI/UX Design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03320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responsive, accessible web prototype covering desktop, tablet, and mobile users.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345936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60336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874" y="201533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74536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Management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01968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system architecture, database schema, secure APIs, and backup &amp; recovery planning.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244584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58984" y="18288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5522" y="2015338"/>
            <a:ext cx="404165" cy="40416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73184" y="28346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Security Audit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500616" y="3794760"/>
            <a:ext cx="209397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a performance, accessibility (WCAG), and security audit with improvement recommendations.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Toolchain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9476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(wireframes &amp; mockups)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47288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07408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4767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30168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721608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45936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06056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19476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28816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Testing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620256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test-case design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244584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204704" y="1783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296" y="194767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27464" y="26060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Security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518904" y="3337560"/>
            <a:ext cx="2057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Lighthouse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Accessibility Checker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guidelines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9202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22860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778" y="24725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41832" y="3886200"/>
            <a:ext cx="2734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front end (HTML5, CSS3, JavaScript, Bootstrap) delivering registration, tax lookup, payment, and receipt screens.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3383280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34840" y="19202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69280" y="22860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818" y="2472538"/>
            <a:ext cx="404165" cy="4041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1772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Logic Layer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690872" y="3886200"/>
            <a:ext cx="2734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layer handling authentication, tax-calculation logic, payment-flow orchestration, and RESTful API endpoints.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40" y="3383280"/>
            <a:ext cx="365760" cy="3657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183880" y="1920240"/>
            <a:ext cx="3246120" cy="329184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9418320" y="2286000"/>
            <a:ext cx="777240" cy="777240"/>
          </a:xfrm>
          <a:prstGeom prst="ellipse">
            <a:avLst/>
          </a:prstGeom>
          <a:solidFill>
            <a:srgbClr val="3A5AA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4858" y="2472538"/>
            <a:ext cx="404165" cy="40416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366760" y="32918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8439912" y="3886200"/>
            <a:ext cx="27340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(MySQL) with a normalized schema storing property, citizen, and transaction records.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Citizen Browser  →  Presentation Layer  →  Application / Logic Layer  →  Data Layer (MySQL)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Timeline (Weeks 1 to 4)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2331720"/>
            <a:ext cx="1017727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4193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4193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Requirements Analysis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report describing the proposed e-governance service and initial GitHub repository setup.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229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229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Prototype Design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Wireframes/mockups and design-rationale report covering accessibility, responsiveness, and usability.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0265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265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4652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 &amp; Database Management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7512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architecture, database schema design, secure API design, and backup &amp; recovery planning.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383012" y="213055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83012" y="2130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26880" y="27889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2F5FC"/>
          </a:solidFill>
          <a:ln w="12700">
            <a:solidFill>
              <a:srgbClr val="E2E7F3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5548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55480" y="32918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Accessibility &amp; Security Audit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55480" y="4160520"/>
            <a:ext cx="2057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 with performance KPIs, WCAG accessibility assessment, and security vulnerability analysis.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 &amp; Demonstrated Skills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61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667866"/>
            <a:ext cx="285293" cy="285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63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Report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760720" y="14630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e-governance service requirements and defined the project scope for the property tax portal.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4505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58226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3774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Prototype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760720" y="23774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wireframes and mockups with accessibility, responsiveness, and usability in mind.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33649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3496666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2918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 Design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760720" y="32918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system architecture, a normalized database schema, secure APIs, and backup &amp; recovery planning.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42793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4411066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2062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Accessibility Audit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760720" y="42062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the prototype against WCAG guidelines and key page-performance metrics.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12700">
            <a:solidFill>
              <a:srgbClr val="E2E7F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51937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5325466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17320" y="51206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5760720" y="5120640"/>
            <a:ext cx="58795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the platform against the OWASP Top 10 web-application security risks.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Official Verification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Record / Credential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Title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Junior Web Developer – E-Governance &amp; Digital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YuvaIntern (in partnership with NSDC)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No.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YI/2026/152718/359443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 26, 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July 2026 – 26 August 2026 (4 Weeks, Remote)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/ Signatory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Kounal Gupta, Founder, YuvaIntern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Experience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641" y="1325880"/>
            <a:ext cx="3685669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2926080" cy="29260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560320" cy="256032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985516" y="3566160"/>
            <a:ext cx="6217920" cy="1371600"/>
          </a:xfrm>
          <a:prstGeom prst="roundRect">
            <a:avLst>
              <a:gd name="adj" fmla="val 5333"/>
            </a:avLst>
          </a:prstGeom>
          <a:solidFill>
            <a:srgbClr val="232F63"/>
          </a:solidFill>
          <a:ln/>
        </p:spPr>
      </p:sp>
      <p:sp>
        <p:nvSpPr>
          <p:cNvPr id="6" name="Text 4"/>
          <p:cNvSpPr/>
          <p:nvPr/>
        </p:nvSpPr>
        <p:spPr>
          <a:xfrm>
            <a:off x="3259836" y="3767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Priyam Bhowmik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59836" y="4160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2410031539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94476" y="3749040"/>
            <a:ext cx="0" cy="1005840"/>
          </a:xfrm>
          <a:prstGeom prst="line">
            <a:avLst/>
          </a:prstGeom>
          <a:noFill/>
          <a:ln w="12700">
            <a:solidFill>
              <a:srgbClr val="3A5A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1636" y="37673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31636" y="4251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2026-08-29T12:27:45Z</dcterms:created>
  <dcterms:modified xsi:type="dcterms:W3CDTF">2026-08-29T12:27:45Z</dcterms:modified>
</cp:coreProperties>
</file>